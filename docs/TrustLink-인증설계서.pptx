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55448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설계서 /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TrustLink SCS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공급망 보안 플랫폼 — 통합 인증(Keycloak SSO)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zot(OCI 레지스트리) · Keycloak(OIDC) · Dependency-Track · TrustLink BFF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단일 프론트도어(BFF) 뒤에서 Keycloak 1회 로그인으로 전 모듈 접근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E93B5"/>
                </a:solidFill>
                <a:latin typeface="Helvetica Neue"/>
                <a:ea typeface="Apple SD Gothic Neo"/>
                <a:cs typeface="Apple SD Gothic Neo"/>
              </a:rPr>
              <a:t>Innotium  ·  http://218.38.12.14:28080  ·  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시스템 아키텍처 &amp; 컨테이너 구성</a:t>
            </a:r>
          </a:p>
        </p:txBody>
      </p:sp>
      <p:sp>
        <p:nvSpPr>
          <p:cNvPr id="7" name="Oval 6"/>
          <p:cNvSpPr/>
          <p:nvPr/>
        </p:nvSpPr>
        <p:spPr>
          <a:xfrm>
            <a:off x="11323015" y="31089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920240" cy="868680"/>
          </a:xfrm>
          <a:prstGeom prst="roundRect">
            <a:avLst/>
          </a:prstGeom>
          <a:solidFill>
            <a:srgbClr val="5B6B7D"/>
          </a:solidFill>
          <a:ln>
            <a:noFill/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1700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사용자 / CI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브라우저 · oras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1847088"/>
            <a:ext cx="502920" cy="27432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1417320"/>
            <a:ext cx="32004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72768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TrustLink BFF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단일 프론트도어 · :28080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395728"/>
            <a:ext cx="2834640" cy="603504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50592"/>
            <a:ext cx="2606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UI 서빙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React/Vite 관리·제품 콘솔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108960"/>
            <a:ext cx="2834640" cy="603504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163824"/>
            <a:ext cx="2606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/auth → Keycloak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OIDC 프록시(단일 오리진)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822192"/>
            <a:ext cx="2834640" cy="603504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877056"/>
            <a:ext cx="2606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/v2·/zot → zot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레지스트리 중개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535424"/>
            <a:ext cx="2834640" cy="603504"/>
          </a:xfrm>
          <a:prstGeom prst="roundRect">
            <a:avLst/>
          </a:prstGeom>
          <a:solidFill>
            <a:srgbClr val="F3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590288"/>
            <a:ext cx="26060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/api 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사용자·SBOM·리텐션·DT 중개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554480"/>
            <a:ext cx="4572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1554480"/>
            <a:ext cx="76200" cy="1143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168249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2D6CDF"/>
                </a:solidFill>
                <a:latin typeface="Helvetica Neue"/>
                <a:ea typeface="Apple SD Gothic Neo"/>
                <a:cs typeface="Apple SD Gothic Neo"/>
              </a:rPr>
              <a:t>zot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OCI 레지스트리 · :28081 / 5000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OIDC 보호 · 패치 이미지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10528" y="1993392"/>
            <a:ext cx="457200" cy="256032"/>
          </a:xfrm>
          <a:prstGeom prst="rightArrow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0" y="2880360"/>
            <a:ext cx="4572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2880360"/>
            <a:ext cx="76200" cy="1143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00837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Keycloak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OIDC IdP · /auth · realm=trustlink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인증의 중심(SSO)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10528" y="3319272"/>
            <a:ext cx="457200" cy="256032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4206240"/>
            <a:ext cx="4572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206240"/>
            <a:ext cx="76200" cy="1143000"/>
          </a:xfrm>
          <a:prstGeom prst="rect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4334256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>
                <a:solidFill>
                  <a:srgbClr val="0E9C8A"/>
                </a:solidFill>
                <a:latin typeface="Helvetica Neue"/>
                <a:ea typeface="Apple SD Gothic Neo"/>
                <a:cs typeface="Apple SD Gothic Neo"/>
              </a:rPr>
              <a:t>Dependency-Track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apiserver + postgres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취약점 분석 · 내부 전용(BFF 중개)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10528" y="4645152"/>
            <a:ext cx="457200" cy="256032"/>
          </a:xfrm>
          <a:prstGeom prst="rightArrow">
            <a:avLst/>
          </a:prstGeom>
          <a:solidFill>
            <a:srgbClr val="0E9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이미지: </a:t>
            </a:r>
            <a:r>
              <a:rPr sz="10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jkkim7202/trustlink-zot(평문HTTP OIDC 패치) · trustlink-admin  +  공식 keycloak·dependency-track·postgres (Docker Hub pull)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TrustLink SCS · 인증(Keycloak) 설계서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Innotium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IDENTITY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Keycloak 인증 모델 (Realm · Client · Group)</a:t>
            </a:r>
          </a:p>
        </p:txBody>
      </p:sp>
      <p:sp>
        <p:nvSpPr>
          <p:cNvPr id="7" name="Oval 6"/>
          <p:cNvSpPr/>
          <p:nvPr/>
        </p:nvSpPr>
        <p:spPr>
          <a:xfrm>
            <a:off x="11323015" y="31089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658368"/>
          </a:xfrm>
          <a:prstGeom prst="round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Realm: trustlink   ·   Issuer = http://218.38.12.14:28080/auth/realms/trustlink   (브라우저·컨테이너 동일 문자열 = 단일 오리진)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8600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394960" cy="76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323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6CDF"/>
                </a:solidFill>
                <a:latin typeface="Helvetica Neue"/>
                <a:ea typeface="Apple SD Gothic Neo"/>
                <a:cs typeface="Apple SD Gothic Neo"/>
              </a:rPr>
              <a:t>zot</a:t>
            </a: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   (confidential · standard flow)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260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레지스트리 /v2 · zui 웹 로그인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redirect: /zot/auth/callback/oidc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평문 HTTP 쿠키 패치(WithUnsecure)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토큰 groups 클레임으로 레포 RBAC 판정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76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3230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trustlink-admin</a:t>
            </a: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   (confidential · standard + service account)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9260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BFF 단일 프론트도어 로그인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redirect: /admin/callback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• service account → Keycloak Admin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post.logout.redirect.uris = ORIGIN/*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642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731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9C8A"/>
                </a:solidFill>
                <a:latin typeface="Helvetica Neue"/>
                <a:ea typeface="Apple SD Gothic Neo"/>
                <a:cs typeface="Apple SD Gothic Neo"/>
              </a:rPr>
              <a:t>Groups &amp; Mapper</a:t>
            </a:r>
            <a:r>
              <a:rPr sz="10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   — 토큰에 groups 클레임 주입(group-membership mapper, full.path=false)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230368"/>
            <a:ext cx="251460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28523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D6CDF"/>
                </a:solidFill>
                <a:latin typeface="Helvetica Neue"/>
                <a:ea typeface="Apple SD Gothic Neo"/>
                <a:cs typeface="Apple SD Gothic Neo"/>
              </a:rPr>
              <a:t>developers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제품 push/pull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5230368"/>
            <a:ext cx="251460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528523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9C8A"/>
                </a:solidFill>
                <a:latin typeface="Helvetica Neue"/>
                <a:ea typeface="Apple SD Gothic Neo"/>
                <a:cs typeface="Apple SD Gothic Neo"/>
              </a:rPr>
              <a:t>partners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읽기 전용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5230368"/>
            <a:ext cx="251460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0E9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528523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E9C8A"/>
                </a:solidFill>
                <a:latin typeface="Helvetica Neue"/>
                <a:ea typeface="Apple SD Gothic Neo"/>
                <a:cs typeface="Apple SD Gothic Neo"/>
              </a:rPr>
              <a:t>customers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읽기 전용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5230368"/>
            <a:ext cx="251460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5285232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admins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관리 콘솔 전체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샘플 사용자: dev1/2 · partner1/2 · acme1/2 · admin1/2  (pw Passw0rd!) — 그룹별 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TrustLink SCS · 인증(Keycloak) 설계서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Innotium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AUTH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인증 흐름 — OIDC Authorization Code + 서비스계정</a:t>
            </a:r>
          </a:p>
        </p:txBody>
      </p:sp>
      <p:sp>
        <p:nvSpPr>
          <p:cNvPr id="7" name="Oval 6"/>
          <p:cNvSpPr/>
          <p:nvPr/>
        </p:nvSpPr>
        <p:spPr>
          <a:xfrm>
            <a:off x="11323015" y="31089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72821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2821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62763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브라우저 → BFF :28080 접속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보호 리소스 요청 시 로그인 유도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72821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62763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BFF → Keycloak authorize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프론트채널 · 공개 URL(단일 오리진)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6032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277977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67919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사용자 인증 → code 발급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Keycloak 로그인 페이지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56032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53128" y="277977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277977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67919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code → /admin/callback (BFF)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리다이렉트로 앱 복귀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1188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383133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8313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73075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BFF: code→token 교환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백채널 KC_INTERNAL=keycloak:8085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611880"/>
            <a:ext cx="3520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53128" y="3831336"/>
            <a:ext cx="475488" cy="47548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383133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373075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세션 쿠키 발급 · groups로 인가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이후 /api·/v2 접근 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508760"/>
            <a:ext cx="3383280" cy="333756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16642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보조 인증 경로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148840"/>
            <a:ext cx="3017520" cy="786384"/>
          </a:xfrm>
          <a:prstGeom prst="round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2231136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FE3D8"/>
                </a:solidFill>
                <a:latin typeface="Helvetica Neue"/>
                <a:ea typeface="Apple SD Gothic Neo"/>
                <a:cs typeface="Apple SD Gothic Neo"/>
              </a:rPr>
              <a:t>서비스계정 (client_credentials)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BFF → Keycloak Admin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사용자·그룹 조회(view-users)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044952"/>
            <a:ext cx="3017520" cy="786384"/>
          </a:xfrm>
          <a:prstGeom prst="round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58784" y="3127248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zot OIDC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/v2·zui 별도 로그인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평문HTTP WithUnsecure 쿠키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941064"/>
            <a:ext cx="3017520" cy="786384"/>
          </a:xfrm>
          <a:prstGeom prst="round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58784" y="4023360"/>
            <a:ext cx="2743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로그아웃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end-session + post.logout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FCDE6"/>
                </a:solidFill>
                <a:latin typeface="Helvetica Neue"/>
                <a:ea typeface="Apple SD Gothic Neo"/>
                <a:cs typeface="Apple SD Gothic Neo"/>
              </a:rPr>
              <a:t>redirect.uris=ORIGIN/*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핵심: </a:t>
            </a:r>
            <a:r>
              <a:rPr sz="105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KC_HOSTNAME_BACKCHANNEL_DYNAMIC=true — 브라우저는 공개 URL, 서버측 토큰 교환은 내부 URL 사용 → 단일 오리진에서 안전하게 분리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TrustLink SCS · 인증(Keycloak) 설계서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Innotium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FB4D6"/>
                </a:solidFill>
                <a:latin typeface="Helvetica Neue"/>
                <a:ea typeface="Apple SD Gothic Neo"/>
                <a:cs typeface="Apple SD Gothic Neo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RBAC &amp; 보안 설계 · 운영 고려사항</a:t>
            </a:r>
          </a:p>
        </p:txBody>
      </p:sp>
      <p:sp>
        <p:nvSpPr>
          <p:cNvPr id="7" name="Oval 6"/>
          <p:cNvSpPr/>
          <p:nvPr/>
        </p:nvSpPr>
        <p:spPr>
          <a:xfrm>
            <a:off x="11323015" y="310896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23015" y="3108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64008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6CDF"/>
                </a:solidFill>
                <a:latin typeface="Helvetica Neue"/>
                <a:ea typeface="Apple SD Gothic Neo"/>
                <a:cs typeface="Apple SD Gothic Neo"/>
              </a:rPr>
              <a:t>zot accessControl (fail-closed)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6035040" cy="365760"/>
          </a:xfrm>
          <a:prstGeom prst="rect">
            <a:avLst/>
          </a:prstGeom>
          <a:solidFill>
            <a:srgbClr val="16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경로 / 그룹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0574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0574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create/update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0574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Helvetica Neue"/>
                <a:ea typeface="Apple SD Gothic Neo"/>
                <a:cs typeface="Apple SD Gothic Neo"/>
              </a:rP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41448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products/** · innotium/**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44144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44144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44144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25496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  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825496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25496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825496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09544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  partners /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209544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209544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209544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93592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  admins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5935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5935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59359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977640"/>
            <a:ext cx="3017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  svc-bff (adminPolicy)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776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9776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397764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1463040"/>
            <a:ext cx="44805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  <a:effectLst>
            <a:outerShdw blurRad="60000" dist="25000" dir="5400000" rotWithShape="0">
              <a:srgbClr val="9AA7B4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1572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인증·세션 보안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2011680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● </a:t>
            </a: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단일 오리진  </a:t>
            </a:r>
            <a:r>
              <a:rPr sz="93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issuer 문자열이 브라우저·컨테이너 동일 → 쿠키/토큰 일치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2523744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● </a:t>
            </a: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세션 쿠키  </a:t>
            </a:r>
            <a:r>
              <a:rPr sz="93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평문 HTTP: WithUnsecure(콜백 정상화) · 운영은 TLS+Secure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035808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● </a:t>
            </a: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백채널 분리  </a:t>
            </a:r>
            <a:r>
              <a:rPr sz="93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BACKCHANNEL_DYNAMIC — 서버 토큰교환은 내부 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547872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● </a:t>
            </a: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세션 영속  </a:t>
            </a:r>
            <a:r>
              <a:rPr sz="93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SESSIONS_PATH — 재기동/재배포 로그인 유지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059936"/>
            <a:ext cx="4114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F46E5"/>
                </a:solidFill>
                <a:latin typeface="Helvetica Neue"/>
                <a:ea typeface="Apple SD Gothic Neo"/>
                <a:cs typeface="Apple SD Gothic Neo"/>
              </a:rPr>
              <a:t>● </a:t>
            </a:r>
            <a:r>
              <a:rPr sz="1050" b="1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최소권한 SA  </a:t>
            </a:r>
            <a:r>
              <a:rPr sz="93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service account = view-users 등 읽기 역할만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754880"/>
            <a:ext cx="11064240" cy="1234440"/>
          </a:xfrm>
          <a:prstGeom prst="roundRect">
            <a:avLst/>
          </a:prstGeom>
          <a:solidFill>
            <a:srgbClr val="FBF3E3"/>
          </a:solidFill>
          <a:ln w="158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08A1E"/>
                </a:solidFill>
                <a:latin typeface="Helvetica Neue"/>
                <a:ea typeface="Apple SD Gothic Neo"/>
                <a:cs typeface="Apple SD Gothic Neo"/>
              </a:rPr>
              <a:t>⚠ 운영 전 체크리스트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23036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PoC 기본 비밀번호 전부 교체  ·  전 구간 TLS 적용 + 쿠키 Secure  ·  도메인 기반 오리진(hairpin/iptables 제거)  ·  </a:t>
            </a:r>
            <a:r>
              <a:rPr sz="1050" b="0">
                <a:solidFill>
                  <a:srgbClr val="1F2A37"/>
                </a:solidFill>
                <a:latin typeface="Helvetica Neue"/>
                <a:ea typeface="Apple SD Gothic Neo"/>
                <a:cs typeface="Apple SD Gothic Neo"/>
              </a:rPr>
              <a:t>시크릿(.env·client secret) 관리  ·  Keycloak realm export 백업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TrustLink SCS · 인증(Keycloak) 설계서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B6B7D"/>
                </a:solidFill>
                <a:latin typeface="Helvetica Neue"/>
                <a:ea typeface="Apple SD Gothic Neo"/>
                <a:cs typeface="Apple SD Gothic Neo"/>
              </a:rPr>
              <a:t>Innotium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